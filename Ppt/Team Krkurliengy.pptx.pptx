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Canva Sans" charset="1" panose="020B0503030501040103"/>
      <p:regular r:id="rId17"/>
    </p:embeddedFont>
    <p:embeddedFont>
      <p:font typeface="Montserrat Semi-Bold" charset="1" panose="000007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notesMasters/notesMaster1.xml" Type="http://schemas.openxmlformats.org/officeDocument/2006/relationships/notesMaster"/><Relationship Id="rId15" Target="theme/theme2.xml" Type="http://schemas.openxmlformats.org/officeDocument/2006/relationships/theme"/><Relationship Id="rId16" Target="notesSlides/notesSlide1.xml" Type="http://schemas.openxmlformats.org/officeDocument/2006/relationships/notesSlide"/><Relationship Id="rId17" Target="fonts/font17.fntdata" Type="http://schemas.openxmlformats.org/officeDocument/2006/relationships/font"/><Relationship Id="rId18" Target="notesSlides/notesSlide2.xml" Type="http://schemas.openxmlformats.org/officeDocument/2006/relationships/notes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notesSlides/notesSlide3.xml" Type="http://schemas.openxmlformats.org/officeDocument/2006/relationships/notesSlide"/><Relationship Id="rId21" Target="notesSlides/notesSlide4.xml" Type="http://schemas.openxmlformats.org/officeDocument/2006/relationships/notesSlide"/><Relationship Id="rId22" Target="notesSlides/notesSlide5.xml" Type="http://schemas.openxmlformats.org/officeDocument/2006/relationships/notesSlide"/><Relationship Id="rId23" Target="notesSlides/notesSlide6.xml" Type="http://schemas.openxmlformats.org/officeDocument/2006/relationships/notesSlide"/><Relationship Id="rId24" Target="notesSlides/notesSlide7.xml" Type="http://schemas.openxmlformats.org/officeDocument/2006/relationships/notesSlide"/><Relationship Id="rId25" Target="notesSlides/notesSlide8.xml" Type="http://schemas.openxmlformats.org/officeDocument/2006/relationships/notesSlide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5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2.pn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jpeg" Type="http://schemas.openxmlformats.org/officeDocument/2006/relationships/image"/><Relationship Id="rId4" Target="../media/VAG6s8ldqVQ.mp4" Type="http://schemas.openxmlformats.org/officeDocument/2006/relationships/video"/><Relationship Id="rId5" Target="../media/VAG6s8ldqVQ.mp4" Type="http://schemas.microsoft.com/office/2007/relationships/media"/><Relationship Id="rId6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028700" y="6126629"/>
            <a:ext cx="9962599" cy="4973917"/>
            <a:chOff x="0" y="0"/>
            <a:chExt cx="11062953" cy="55232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062953" cy="5523279"/>
            </a:xfrm>
            <a:custGeom>
              <a:avLst/>
              <a:gdLst/>
              <a:ahLst/>
              <a:cxnLst/>
              <a:rect r="r" b="b" t="t" l="l"/>
              <a:pathLst>
                <a:path h="5523279" w="11062953">
                  <a:moveTo>
                    <a:pt x="0" y="0"/>
                  </a:moveTo>
                  <a:lnTo>
                    <a:pt x="11062953" y="0"/>
                  </a:lnTo>
                  <a:lnTo>
                    <a:pt x="11062953" y="5523279"/>
                  </a:lnTo>
                  <a:lnTo>
                    <a:pt x="0" y="5523279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00025"/>
              <a:ext cx="11062953" cy="5723304"/>
            </a:xfrm>
            <a:prstGeom prst="rect">
              <a:avLst/>
            </a:prstGeom>
          </p:spPr>
          <p:txBody>
            <a:bodyPr anchor="t" rtlCol="false" tIns="0" lIns="0" bIns="0" rIns="0"/>
            <a:lstStyle/>
            <a:p>
              <a:pPr algn="l">
                <a:lnSpc>
                  <a:spcPts val="5038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580073" y="661987"/>
            <a:ext cx="17090707" cy="9021913"/>
          </a:xfrm>
          <a:custGeom>
            <a:avLst/>
            <a:gdLst/>
            <a:ahLst/>
            <a:cxnLst/>
            <a:rect r="r" b="b" t="t" l="l"/>
            <a:pathLst>
              <a:path h="9021913" w="17090707">
                <a:moveTo>
                  <a:pt x="0" y="0"/>
                </a:moveTo>
                <a:lnTo>
                  <a:pt x="17090707" y="0"/>
                </a:lnTo>
                <a:lnTo>
                  <a:pt x="17090707" y="9021914"/>
                </a:lnTo>
                <a:lnTo>
                  <a:pt x="0" y="90219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207" t="-3990" r="-5133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523447" y="2165913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2"/>
                </a:lnTo>
                <a:lnTo>
                  <a:pt x="0" y="113721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095657" y="2290621"/>
            <a:ext cx="14246571" cy="6967679"/>
          </a:xfrm>
          <a:custGeom>
            <a:avLst/>
            <a:gdLst/>
            <a:ahLst/>
            <a:cxnLst/>
            <a:rect r="r" b="b" t="t" l="l"/>
            <a:pathLst>
              <a:path h="6967679" w="14246571">
                <a:moveTo>
                  <a:pt x="0" y="0"/>
                </a:moveTo>
                <a:lnTo>
                  <a:pt x="14246571" y="0"/>
                </a:lnTo>
                <a:lnTo>
                  <a:pt x="14246571" y="6967679"/>
                </a:lnTo>
                <a:lnTo>
                  <a:pt x="0" y="696767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456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55997" y="1328481"/>
            <a:ext cx="118526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  <a:spcBef>
                <a:spcPct val="0"/>
              </a:spcBef>
            </a:pPr>
            <a:r>
              <a:rPr lang="en-US" b="true" sz="687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</a:t>
            </a:r>
            <a:r>
              <a:rPr lang="en-US" b="true" sz="687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roblem Statement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8233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72479" y="2262642"/>
            <a:ext cx="13944948" cy="7162399"/>
          </a:xfrm>
          <a:custGeom>
            <a:avLst/>
            <a:gdLst/>
            <a:ahLst/>
            <a:cxnLst/>
            <a:rect r="r" b="b" t="t" l="l"/>
            <a:pathLst>
              <a:path h="7162399" w="13944948">
                <a:moveTo>
                  <a:pt x="0" y="0"/>
                </a:moveTo>
                <a:lnTo>
                  <a:pt x="13944947" y="0"/>
                </a:lnTo>
                <a:lnTo>
                  <a:pt x="13944947" y="7162399"/>
                </a:lnTo>
                <a:lnTo>
                  <a:pt x="0" y="71623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4452" r="0" b="-4577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78236" y="1120735"/>
            <a:ext cx="118526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  <a:spcBef>
                <a:spcPct val="0"/>
              </a:spcBef>
            </a:pPr>
            <a:r>
              <a:rPr lang="en-US" b="true" sz="687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Proposed Solution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5385303">
            <a:off x="-3856051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15804" y="2284823"/>
            <a:ext cx="14133015" cy="6973477"/>
          </a:xfrm>
          <a:custGeom>
            <a:avLst/>
            <a:gdLst/>
            <a:ahLst/>
            <a:cxnLst/>
            <a:rect r="r" b="b" t="t" l="l"/>
            <a:pathLst>
              <a:path h="6973477" w="14133015">
                <a:moveTo>
                  <a:pt x="0" y="0"/>
                </a:moveTo>
                <a:lnTo>
                  <a:pt x="14133015" y="0"/>
                </a:lnTo>
                <a:lnTo>
                  <a:pt x="14133015" y="6973477"/>
                </a:lnTo>
                <a:lnTo>
                  <a:pt x="0" y="69734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2734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355997" y="1120735"/>
            <a:ext cx="11852629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4"/>
              </a:lnSpc>
              <a:spcBef>
                <a:spcPct val="0"/>
              </a:spcBef>
            </a:pPr>
            <a:r>
              <a:rPr lang="en-US" b="true" sz="687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Under the Hood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267469" y="2347386"/>
            <a:ext cx="13753063" cy="6910914"/>
          </a:xfrm>
          <a:custGeom>
            <a:avLst/>
            <a:gdLst/>
            <a:ahLst/>
            <a:cxnLst/>
            <a:rect r="r" b="b" t="t" l="l"/>
            <a:pathLst>
              <a:path h="6910914" w="13753063">
                <a:moveTo>
                  <a:pt x="0" y="0"/>
                </a:moveTo>
                <a:lnTo>
                  <a:pt x="13753062" y="0"/>
                </a:lnTo>
                <a:lnTo>
                  <a:pt x="13753062" y="6910914"/>
                </a:lnTo>
                <a:lnTo>
                  <a:pt x="0" y="69109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22602" y="1257317"/>
            <a:ext cx="1185262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6389">
                <a:solidFill>
                  <a:srgbClr val="F7F7F8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Market &amp; Business Viability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2142452" y="2258986"/>
            <a:ext cx="14005000" cy="6999314"/>
          </a:xfrm>
          <a:custGeom>
            <a:avLst/>
            <a:gdLst/>
            <a:ahLst/>
            <a:cxnLst/>
            <a:rect r="r" b="b" t="t" l="l"/>
            <a:pathLst>
              <a:path h="6999314" w="14005000">
                <a:moveTo>
                  <a:pt x="0" y="0"/>
                </a:moveTo>
                <a:lnTo>
                  <a:pt x="14005001" y="0"/>
                </a:lnTo>
                <a:lnTo>
                  <a:pt x="14005001" y="6999314"/>
                </a:lnTo>
                <a:lnTo>
                  <a:pt x="0" y="699931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3546" r="-3015" b="-2914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22602" y="1288209"/>
            <a:ext cx="1185262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638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Competitive Advantage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pic>
        <p:nvPicPr>
          <p:cNvPr name="Picture 6" id="6">
            <a:hlinkClick action="ppaction://media"/>
          </p:cNvPr>
          <p:cNvPicPr>
            <a:picLocks noChangeAspect="true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3"/>
          <a:srcRect l="0" t="0" r="0" b="0"/>
          <a:stretch>
            <a:fillRect/>
          </a:stretch>
        </p:blipFill>
        <p:spPr>
          <a:xfrm flipH="false" flipV="false" rot="0">
            <a:off x="2549519" y="2258986"/>
            <a:ext cx="13188961" cy="6754642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622602" y="1288209"/>
            <a:ext cx="11852629" cy="97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667"/>
              </a:lnSpc>
              <a:spcBef>
                <a:spcPct val="0"/>
              </a:spcBef>
            </a:pPr>
            <a:r>
              <a:rPr lang="en-US" b="true" sz="6389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Live Demo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25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7647">
            <a:off x="581004" y="666750"/>
            <a:ext cx="17127897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580073" y="9536058"/>
            <a:ext cx="17127855" cy="3810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581025" y="661987"/>
            <a:ext cx="38100" cy="891217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rot="5385303">
            <a:off x="13233704" y="5103785"/>
            <a:ext cx="8912251" cy="0"/>
          </a:xfrm>
          <a:prstGeom prst="line">
            <a:avLst/>
          </a:prstGeom>
          <a:ln cap="rnd" w="28575">
            <a:solidFill>
              <a:srgbClr val="545454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17553623" y="9636276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15322" y="4522430"/>
            <a:ext cx="16059261" cy="1314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88"/>
              </a:lnSpc>
              <a:spcBef>
                <a:spcPct val="0"/>
              </a:spcBef>
            </a:pPr>
            <a:r>
              <a:rPr lang="en-US" b="true" sz="8657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Thank you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812741" y="1028700"/>
            <a:ext cx="1506242" cy="1137213"/>
          </a:xfrm>
          <a:custGeom>
            <a:avLst/>
            <a:gdLst/>
            <a:ahLst/>
            <a:cxnLst/>
            <a:rect r="r" b="b" t="t" l="l"/>
            <a:pathLst>
              <a:path h="1137213" w="1506242">
                <a:moveTo>
                  <a:pt x="0" y="0"/>
                </a:moveTo>
                <a:lnTo>
                  <a:pt x="1506242" y="0"/>
                </a:lnTo>
                <a:lnTo>
                  <a:pt x="1506242" y="1137213"/>
                </a:lnTo>
                <a:lnTo>
                  <a:pt x="0" y="11372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DAG43rwOFJU</dc:identifier>
  <dcterms:modified xsi:type="dcterms:W3CDTF">2011-08-01T06:04:30Z</dcterms:modified>
  <cp:revision>1</cp:revision>
  <dc:title>Team Krkurliengy.pptx</dc:title>
</cp:coreProperties>
</file>